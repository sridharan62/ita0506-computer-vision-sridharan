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73" r:id="rId4"/>
    <p:sldId id="258" r:id="rId5"/>
    <p:sldId id="270" r:id="rId6"/>
    <p:sldId id="282" r:id="rId7"/>
    <p:sldId id="261" r:id="rId8"/>
    <p:sldId id="277" r:id="rId9"/>
    <p:sldId id="284" r:id="rId10"/>
    <p:sldId id="283" r:id="rId11"/>
    <p:sldId id="285" r:id="rId12"/>
    <p:sldId id="287" r:id="rId13"/>
    <p:sldId id="288" r:id="rId14"/>
    <p:sldId id="289" r:id="rId15"/>
    <p:sldId id="286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F88D6-D869-47DC-BD08-4FC68B03F96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21ADE-3D7A-4330-86B4-A5F8F49B62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40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21ADE-3D7A-4330-86B4-A5F8F49B622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321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09676-E4A6-F8CD-B1A2-E84E34D6E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FEF96-CF55-F856-478A-6A389F962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D85AEE-065E-E0AE-B868-6E9317189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6ABA8-D765-FD0A-6CD7-1DDFD094C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21ADE-3D7A-4330-86B4-A5F8F49B622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11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0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75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45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17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70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20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22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74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803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088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719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2A752FE5-C24B-4DD5-AC54-92AF5A83E3D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3FBD345-28FE-46D0-83FB-2A9E3A0CB4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7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354B-EFC0-8DD4-B0D6-06D05BDA0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740" y="1795678"/>
            <a:ext cx="10058400" cy="2210390"/>
          </a:xfrm>
        </p:spPr>
        <p:txBody>
          <a:bodyPr>
            <a:noAutofit/>
          </a:bodyPr>
          <a:lstStyle/>
          <a:p>
            <a:pPr algn="ctr"/>
            <a:r>
              <a:rPr lang="en-IN" sz="5600" dirty="0"/>
              <a:t>AI-Powered Plant Disease Diagnosis and Treatment Recommendation System</a:t>
            </a:r>
            <a:endParaRPr lang="en-IN" sz="5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7A520-24E6-A612-A2BE-8951FA2ED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3209" y="4625957"/>
            <a:ext cx="3992072" cy="2589356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Sridharan K (192421335)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Sugin Balaji G (192321111)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Madhu Balan I (192321142)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Sudharsan S (192321077)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Kumaran  M (192525022)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259F90-B121-F08F-807A-C212E0967A6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8893" y="343185"/>
            <a:ext cx="1173695" cy="109250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BED781-FD88-092F-4137-441A82C4D57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8556" y="339115"/>
            <a:ext cx="1379316" cy="109657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8B1AAD-0B72-6C8C-41BD-1E3E0A468E53}"/>
              </a:ext>
            </a:extLst>
          </p:cNvPr>
          <p:cNvSpPr txBox="1"/>
          <p:nvPr/>
        </p:nvSpPr>
        <p:spPr>
          <a:xfrm>
            <a:off x="412297" y="5089638"/>
            <a:ext cx="48676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 C Jeni Gracia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60077E-2551-44A6-9E93-A907713799AF}"/>
              </a:ext>
            </a:extLst>
          </p:cNvPr>
          <p:cNvSpPr txBox="1"/>
          <p:nvPr/>
        </p:nvSpPr>
        <p:spPr>
          <a:xfrm>
            <a:off x="2816940" y="167924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0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0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Chennai-602105.</a:t>
            </a:r>
            <a:endParaRPr lang="en-IN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65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5F83-F0FB-9405-B518-0B43A0321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471" y="127604"/>
            <a:ext cx="10058400" cy="160934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ABSTARCT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EDC9A-BCA4-5694-5623-12F507EAF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4" y="1756505"/>
            <a:ext cx="6420987" cy="477988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diseases reduce crop yield and quality.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disease detection is slow and inaccurate.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AI and Deep Learning to detect plant diseases.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analyses leaf images and identifies diseases.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improves crop health and farming efficiency.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3BA949-BF7D-4760-077D-29963AEEF4D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108047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C32969-E57F-BF0F-A08D-118BAF98453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C593688E-B07E-148A-12F2-DFEDBD772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444" y="2290916"/>
            <a:ext cx="4435782" cy="302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09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C79B-F66D-AE93-0A46-E7B250A60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611" y="108047"/>
            <a:ext cx="10058400" cy="160934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CC0CA-5D2D-F6CA-A502-B2CA9300A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59" y="2138925"/>
            <a:ext cx="10058400" cy="40507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plant diseases automatically using AI.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leaf images using Deep Learning.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type of plant disease accurately.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farming productivity and decision-making.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9B4F8-4E3D-2C1E-CF46-0E6256E40E0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108047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2AD429-DE74-F078-406D-920BE396320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ttps://images.openai.com/static-rsc-4/lKTyRARbt6GImzeGMojKbFCF80175Jp5p-RH2Xun26OUUW-LvPNKDO_9drbGKRKjAeJPJNt0gtkJYqkk2s3ODNLQ87IcvFm53RvRZ64rbxu0K_YiEW87xu3c4PPOqBcPmKAaiuJa72R84enzLGWkl8WORRII4zBgkPArGDxIIBstrvgugCLLrLP6ruQeJHe9?purpose=fullsize">
            <a:extLst>
              <a:ext uri="{FF2B5EF4-FFF2-40B4-BE49-F238E27FC236}">
                <a16:creationId xmlns:a16="http://schemas.microsoft.com/office/drawing/2014/main" id="{CE26AD9E-017A-2564-F85E-3BE5609B5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598" y="1695268"/>
            <a:ext cx="3465974" cy="214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6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7C0EC-59A8-C4C9-2DEA-B35064E3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542" y="45130"/>
            <a:ext cx="5663380" cy="160934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D353D-7039-FF69-B912-C24753ED867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108047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B4F7D8-6BB8-42F7-84BD-D163290665A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CB9342D-D41C-0D5A-9B04-C4E84A8EC0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7029" y="2004928"/>
            <a:ext cx="8501893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diseases cause major losses in crop yield and quality.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Farmers often rely on manual disease detection, which is slow and inaccurate.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Computer Vision help analyse plant leaf images automatically.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identifies plant diseases with high accuracy.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farmers improve crop health and agricultural productivity.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images.openai.com/static-rsc-4/K39oFznNO0TmBhkaJQXCIRC-etYYLJ1EixmwZ_hPhqBmWPUPPh3bD-DILjmEK_JLzZTVCVOux2BMTiwQUjzoc7sSXYEqG25bdNVPjusNEfGNP0p3h_zlLMTwsXlfs9hKxi3KqvQlpY_viOrk5m5yP86FRhnNRQJZJ25L0H7pOlmMomUsNEF54t9X5LAP3dp9?purpose=fullsize">
            <a:extLst>
              <a:ext uri="{FF2B5EF4-FFF2-40B4-BE49-F238E27FC236}">
                <a16:creationId xmlns:a16="http://schemas.microsoft.com/office/drawing/2014/main" id="{326F8C22-77E5-8C49-733C-119F31249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212" y="1552252"/>
            <a:ext cx="3311014" cy="301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3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A218-B5A7-ACED-1304-73C7B12F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B97D-8DD8-681F-2A36-018113BAA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75" y="196645"/>
            <a:ext cx="5684913" cy="160934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79F13-404A-ED99-A64A-98CC9842237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108047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C10BF-CDB4-3F58-7F9E-E381D0C8594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560011-D9AF-1A7C-B3C3-573615E6EECA}"/>
              </a:ext>
            </a:extLst>
          </p:cNvPr>
          <p:cNvSpPr txBox="1"/>
          <p:nvPr/>
        </p:nvSpPr>
        <p:spPr>
          <a:xfrm>
            <a:off x="10433159" y="4699922"/>
            <a:ext cx="1897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="0" i="0" dirty="0">
                <a:effectLst/>
                <a:latin typeface="var(--font-fk-grotesk)"/>
              </a:rPr>
              <a:t>📚</a:t>
            </a:r>
            <a:endParaRPr lang="en-IN" sz="88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AA8BD03-5FDC-5AB8-6549-E2F49C00A8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1305" y="1754022"/>
            <a:ext cx="9972623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plant disease detection is slow and time-consuming.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may misidentify diseases due to limited expertise.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disease detection can reduce crop yield and quality.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correct treatment is often difficult.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is a need for an AI-based system that automatically detects plant diseases and recommends suitable treatments.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55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FE749-C29C-6BB9-420B-B8D267C7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6E01-47B4-3E54-6BF5-2CF38A4F7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0932" y="-25183"/>
            <a:ext cx="10058400" cy="1609344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07636-7889-FEBF-1124-D90B30E9C8E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108047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877D0B-42F9-B614-95CC-06E8AFF65A7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8BB84D-4BC6-CDE7-1ECB-B6989AD17109}"/>
              </a:ext>
            </a:extLst>
          </p:cNvPr>
          <p:cNvSpPr txBox="1"/>
          <p:nvPr/>
        </p:nvSpPr>
        <p:spPr>
          <a:xfrm>
            <a:off x="3352800" y="3232043"/>
            <a:ext cx="670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C85A228-C885-98B4-738E-4B826536D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81305" y="1222924"/>
            <a:ext cx="8505301" cy="511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2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C0F7-9CE8-8950-CE90-CC6F91341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3539" y="313977"/>
            <a:ext cx="6750739" cy="160934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D6EE37-F8F9-B04F-F9FB-A33490477C2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884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CE8D97-8E84-5D84-C0F8-F136AF3DB5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817A3C-CA31-185B-F6BA-3F068C1384CB}"/>
              </a:ext>
            </a:extLst>
          </p:cNvPr>
          <p:cNvSpPr txBox="1"/>
          <p:nvPr/>
        </p:nvSpPr>
        <p:spPr>
          <a:xfrm>
            <a:off x="909356" y="2052169"/>
            <a:ext cx="1057336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register with their details.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login authentication.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profile information.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users to access the system securely.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user account and activity history.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images.openai.com/static-rsc-4/1vn0ubAEKdgOPakBFfYLofUqOTrQMpgDVXh6SUi7xOrnIfFoaqly15yW-rrBj3t2fQPvys_QoyQKAHu_hGLvxgeYCrgLuVV7DyCVbh1CJnM03PyHGahKD9Qmqi0tseLYUT_IomqQJC_VuYcneO8Piz6wEh1S3JWsy984o1Qzw83s67l2Ksji2fogRYRWdOuC?purpose=fullsize">
            <a:extLst>
              <a:ext uri="{FF2B5EF4-FFF2-40B4-BE49-F238E27FC236}">
                <a16:creationId xmlns:a16="http://schemas.microsoft.com/office/drawing/2014/main" id="{11C69C50-69AC-4DE0-12AA-19231183A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870" y="1559301"/>
            <a:ext cx="3153697" cy="408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0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BE932-34FA-D9D1-3C25-15891B4D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0233-5945-9146-7FE6-99008829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17" y="264815"/>
            <a:ext cx="6750739" cy="1609344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Plant Image Acquisition and Preprocessing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20FB2B-AF3E-4BCE-48CB-0295589511B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884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CE6405-19B0-8A08-29EF-8ED31688F6F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D900AD-20E4-5044-32F3-723AD8D72885}"/>
              </a:ext>
            </a:extLst>
          </p:cNvPr>
          <p:cNvSpPr txBox="1"/>
          <p:nvPr/>
        </p:nvSpPr>
        <p:spPr>
          <a:xfrm>
            <a:off x="794457" y="1952817"/>
            <a:ext cx="8780207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upload plant leaf images.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Resizes the uploaded images.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noise and enhances image quality.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Prepares the image for AI analysis.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the accuracy of disease detection.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images.openai.com/static-rsc-4/muBRujA4UeCnyssSW-_eTy2W0g03SfamdU71pXBsF1UcK5aCWS4MapDaus66KwcSCFbxCxBN75L0lZFlBMLPaNOaMr8iU_UfRqOkdaY74aQd_p7ohRmtMOfq2y8479MSsHZ-94PTG0XKBJmYH3w2xNxUMbIB5A0u_In9BhrAMcBA_e3IhLcu1LdCZIEtmY79?purpose=fullsize">
            <a:extLst>
              <a:ext uri="{FF2B5EF4-FFF2-40B4-BE49-F238E27FC236}">
                <a16:creationId xmlns:a16="http://schemas.microsoft.com/office/drawing/2014/main" id="{9EB5E99D-4574-B41E-A1B6-03B3FE7BC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749" y="1874159"/>
            <a:ext cx="3222795" cy="362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46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DAF58-770B-543A-CCFC-B2D95DB70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A8CE-5FAB-3A49-410A-C3250785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17" y="264815"/>
            <a:ext cx="6750739" cy="1609344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Treatment Recommendation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6C65D-B3EB-0BE1-97A9-DFC4C09A218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884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E1BB09-658E-7423-0F55-AE03DA2F4A6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D6C97E-1A6F-79F9-0E97-505D9A2BCCE3}"/>
              </a:ext>
            </a:extLst>
          </p:cNvPr>
          <p:cNvSpPr txBox="1"/>
          <p:nvPr/>
        </p:nvSpPr>
        <p:spPr>
          <a:xfrm>
            <a:off x="2640017" y="1874159"/>
            <a:ext cx="8780207" cy="3246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suitable treatments.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pesticides and fertilizers.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organic remedy options.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preventive measures for future protection.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control plant diseases effectively.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images.openai.com/static-rsc-4/P1fgl8jBOcAcZV3jR2XOZlOqCvjDDZdGCwk0wofilbovK1R8VhjK09C9wX9mgvZavgGzXmjYCJcUyeUHTvHas20dgI4u4Oe0askZAoExwYhcLvEm8Ii7XcAUncablKSV7m3Zmlf0WwzBmI6xb7982tp01hVrCvm5uzA4ZLG7cE_A3UGc8NRHfBb1Z8rgAMZq?purpose=fullsize">
            <a:extLst>
              <a:ext uri="{FF2B5EF4-FFF2-40B4-BE49-F238E27FC236}">
                <a16:creationId xmlns:a16="http://schemas.microsoft.com/office/drawing/2014/main" id="{3D78F50F-CCA1-AB3A-9DB8-200F17386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647" y="1795616"/>
            <a:ext cx="3447743" cy="197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7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A22E9-2437-E237-9F8B-7BF2880E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981C-D209-828E-7E03-12774668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17" y="264815"/>
            <a:ext cx="6750739" cy="1609344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AI-Based Plant Disease Detection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1EC1E-5A96-3AF8-260D-51105689C0B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884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06A99B-72B3-FE1C-6DD3-4BEB21E6064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53DF0C-F04B-30FE-7F35-F3D5E60CB4EA}"/>
              </a:ext>
            </a:extLst>
          </p:cNvPr>
          <p:cNvSpPr txBox="1"/>
          <p:nvPr/>
        </p:nvSpPr>
        <p:spPr>
          <a:xfrm>
            <a:off x="2640017" y="1874159"/>
            <a:ext cx="8780207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Analyses the uploaded leaf image.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the plant disease using AI.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disease name.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prediction confidence score.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the result to the recommendation module. </a:t>
            </a:r>
          </a:p>
        </p:txBody>
      </p:sp>
      <p:pic>
        <p:nvPicPr>
          <p:cNvPr id="3" name="Picture 2" descr="https://images.openai.com/static-rsc-4/7e8OFTqyK_V3dAoXoE7HKdBMSGYel0J5Y2FQnIgd7VCDdjzBqJDcVo0nuFZ7ITa97y0OYK_KQlIU18caW8JqMv1Zqj68IcKs5cDw7hOacI9cfffLf-Q-_kfZFLGA28blmkKxVRCQ0D9EBYqWQBFv85Eem-uuoOg_AT88Tg8pNlHltK221E1PNWIa0mz-oNq6?purpose=fullsize">
            <a:extLst>
              <a:ext uri="{FF2B5EF4-FFF2-40B4-BE49-F238E27FC236}">
                <a16:creationId xmlns:a16="http://schemas.microsoft.com/office/drawing/2014/main" id="{FA595E57-1C67-8218-A1EC-F43586863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6961" y="1874159"/>
            <a:ext cx="2517058" cy="217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9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61834-BA4F-8FD6-8007-12C83DC38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68B4C-C05C-C2E1-0284-42A17DF8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17" y="264815"/>
            <a:ext cx="6750739" cy="1609344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Report Generation and History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CACA82-0B00-6B66-3459-B12DC37AEE8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884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9AFF3C-F296-1A87-EF2E-226BB18D713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4CDEFD-36CA-FCCE-72A8-587331D02AF5}"/>
              </a:ext>
            </a:extLst>
          </p:cNvPr>
          <p:cNvSpPr txBox="1"/>
          <p:nvPr/>
        </p:nvSpPr>
        <p:spPr>
          <a:xfrm>
            <a:off x="1495856" y="2188792"/>
            <a:ext cx="8780207" cy="3246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diagnosis results in the database.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users' diagnosis history.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detailed diagnosis reports.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view previous records.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report download for future reference.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images.openai.com/static-rsc-4/5FOsrOoh2uNSS8jEpZQto_I0gH6BDa3W0TGoTS8JBr4yWxdULSsGrLoEHNQ5rbODTLczpWp-lwP1VWY0O3XaofDbPYl7W-8hdYZVXZ0cyzJQTQ5DbUcQ8Bk96lG8PnfycN3pwCn8sWasE5kuHEtDkYAqbxJ_5F-LH1J1X4vKfNWaxc4MpiqthQ3egoI5QU8o?purpose=fullsize">
            <a:extLst>
              <a:ext uri="{FF2B5EF4-FFF2-40B4-BE49-F238E27FC236}">
                <a16:creationId xmlns:a16="http://schemas.microsoft.com/office/drawing/2014/main" id="{7F8D0AD2-8B42-03F3-7A45-49E1E728D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603" y="2188792"/>
            <a:ext cx="3524920" cy="217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58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8D9A-2A84-F2FD-A24A-E73B2DC04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24612-DA5D-D0B9-82BB-6E1F015A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17" y="264815"/>
            <a:ext cx="6750739" cy="1609344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MODUE 5: Report Generation and History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A3A5CB-2360-DA9B-2AA8-37C3DB08169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884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ECEAAC-FD8A-DA56-6B99-99B544D5FE1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E61786-35A9-6C77-1983-8404D47E3A6F}"/>
              </a:ext>
            </a:extLst>
          </p:cNvPr>
          <p:cNvSpPr txBox="1"/>
          <p:nvPr/>
        </p:nvSpPr>
        <p:spPr>
          <a:xfrm>
            <a:off x="1495856" y="2188792"/>
            <a:ext cx="8780207" cy="3246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diagnosis results in the database.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users' diagnosis history.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detailed diagnosis reports.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view previous records. 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report download for future reference.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https://images.openai.com/static-rsc-4/5FOsrOoh2uNSS8jEpZQto_I0gH6BDa3W0TGoTS8JBr4yWxdULSsGrLoEHNQ5rbODTLczpWp-lwP1VWY0O3XaofDbPYl7W-8hdYZVXZ0cyzJQTQ5DbUcQ8Bk96lG8PnfycN3pwCn8sWasE5kuHEtDkYAqbxJ_5F-LH1J1X4vKfNWaxc4MpiqthQ3egoI5QU8o?purpose=fullsize">
            <a:extLst>
              <a:ext uri="{FF2B5EF4-FFF2-40B4-BE49-F238E27FC236}">
                <a16:creationId xmlns:a16="http://schemas.microsoft.com/office/drawing/2014/main" id="{01632337-2F90-4395-6AE4-4A88C9A54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603" y="2188792"/>
            <a:ext cx="3524920" cy="217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82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C4E7D-A9C9-2226-8090-F1ED2978A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A46F-2B31-4DDB-D352-5E27BCD44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17" y="264815"/>
            <a:ext cx="6750739" cy="160934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EE759-522B-0820-227F-0FC2D5A28D2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884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C39B4E-2968-05A6-A481-C725C647BF2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C96DBD-046E-B8BD-8A63-3FB192B8BC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13" y="2060841"/>
            <a:ext cx="4752719" cy="38385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0C8A4D-5549-1A66-CA37-EFF64A5BA7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440" y="2060841"/>
            <a:ext cx="4752719" cy="383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93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FE55E-7BEC-F23D-AA1B-8675A7A0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988C7-DC6F-00AB-6697-E38C09FAB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017" y="264815"/>
            <a:ext cx="6750739" cy="160934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B584F-99BE-594C-CBEB-186DEB0864A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884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E3777B-818C-D7A2-54B5-2B566091D1D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FD2F4B-A09A-6FC7-74F6-1B1F8F65CE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1" y="1874159"/>
            <a:ext cx="5810864" cy="38527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561F5E-216C-101D-E2FF-8538F2AAD6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123" y="1874159"/>
            <a:ext cx="5345877" cy="385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11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666C4-50C6-8BDC-6551-25F231E0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73D7-8521-ED10-8091-A42E27489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610" y="255091"/>
            <a:ext cx="8679590" cy="1609344"/>
          </a:xfrm>
        </p:spPr>
        <p:txBody>
          <a:bodyPr>
            <a:normAutofit/>
          </a:bodyPr>
          <a:lstStyle/>
          <a:p>
            <a:pPr algn="ctr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B75F4-C23B-116F-449B-D8F531899A9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5509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5888A-F692-B30E-C93E-45AAE86C479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255091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AE60CF1-1515-B01B-C434-A0887615CE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4457" y="2041416"/>
            <a:ext cx="644324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plant diseases accurately using AI. 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suitable treatment recommendations. 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helps reduce crop losses.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saves time and improves farming efficiency. 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smart and sustainable agriculture.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E9C281-08E1-5D89-92B4-15FB2A344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899" y="2368219"/>
            <a:ext cx="4014307" cy="331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955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BFB1B-E342-F610-F329-18DBD7AA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310" y="108047"/>
            <a:ext cx="4809843" cy="1609344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B4E216-E532-3982-9EDD-4B6951462F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884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EF29C5-D065-E5A4-5129-07F15EC6DC5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EFF160B-6E9F-9A66-C4D1-FE79DA6C7D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1305" y="1717391"/>
            <a:ext cx="9493172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Nigam, S., &amp; Jain, R. (2020).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 Identification Using Deep Learning.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B., Zhang, Y., He, D., &amp; Li, Y. (2021).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Disease Detection Based on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Agarwal, M., et al. (2023).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Plant Disease Detection: A Review.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Devarajan, D., et al. (2026).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Real-Time Disease Diagnosis in Plants Using Deep Learning Driven CNNs.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Ghimire, S., et al. (2026).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Plant Disease Detection and Diagnosis: A Comprehensive Review.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532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CB30F-7769-35AD-8B70-B94E921E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372" y="2419522"/>
            <a:ext cx="6339937" cy="1609344"/>
          </a:xfrm>
        </p:spPr>
        <p:txBody>
          <a:bodyPr>
            <a:noAutofit/>
          </a:bodyPr>
          <a:lstStyle/>
          <a:p>
            <a:r>
              <a:rPr lang="en-US" sz="9600" b="1" dirty="0"/>
              <a:t>THANK YOU</a:t>
            </a:r>
            <a:endParaRPr lang="en-IN" sz="9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92205-F127-E791-0F94-B8975AE05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699" y="690563"/>
            <a:ext cx="3188447" cy="23899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7073B-FF4F-F9FD-AB3F-3A97BC2D997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610" y="28841"/>
            <a:ext cx="1173695" cy="13932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46BDDC-10FA-7ADF-B028-29549463B04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159" y="108047"/>
            <a:ext cx="1551231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777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1158</TotalTime>
  <Words>648</Words>
  <Application>Microsoft Office PowerPoint</Application>
  <PresentationFormat>Widescreen</PresentationFormat>
  <Paragraphs>89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Rockwell</vt:lpstr>
      <vt:lpstr>Rockwell Condensed</vt:lpstr>
      <vt:lpstr>Times New Roman</vt:lpstr>
      <vt:lpstr>var(--font-fk-grotesk)</vt:lpstr>
      <vt:lpstr>Wingdings</vt:lpstr>
      <vt:lpstr>Wood Type</vt:lpstr>
      <vt:lpstr>AI-Powered Plant Disease Diagnosis and Treatment Recommendation System</vt:lpstr>
      <vt:lpstr>ABSTARCT</vt:lpstr>
      <vt:lpstr>objective</vt:lpstr>
      <vt:lpstr>INTRODUCTION</vt:lpstr>
      <vt:lpstr>Problem statement </vt:lpstr>
      <vt:lpstr>Architecture DIAGRAM</vt:lpstr>
      <vt:lpstr>MODULE 1 : User Management </vt:lpstr>
      <vt:lpstr>MODULE 2: Plant Image Acquisition and Preprocessing</vt:lpstr>
      <vt:lpstr>MODULE 3: Treatment Recommendation System</vt:lpstr>
      <vt:lpstr>MODULE 4: AI-Based Plant Disease Detection</vt:lpstr>
      <vt:lpstr>MODULE 5: Report Generation and History Management</vt:lpstr>
      <vt:lpstr>MODUE 5: Report Generation and History Management</vt:lpstr>
      <vt:lpstr>IMPLEMENTATION</vt:lpstr>
      <vt:lpstr>RESULT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Disaster-Resilient Communication via Ad-Hoc Mobile Mesh Network</dc:title>
  <dc:creator>Gautham Krishna</dc:creator>
  <cp:lastModifiedBy>sri dharan</cp:lastModifiedBy>
  <cp:revision>37</cp:revision>
  <dcterms:created xsi:type="dcterms:W3CDTF">2025-07-14T11:25:13Z</dcterms:created>
  <dcterms:modified xsi:type="dcterms:W3CDTF">2026-08-20T02:48:05Z</dcterms:modified>
</cp:coreProperties>
</file>